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50" r:id="rId1"/>
  </p:sldMasterIdLst>
  <p:sldIdLst>
    <p:sldId id="259" r:id="rId2"/>
    <p:sldId id="257" r:id="rId3"/>
    <p:sldId id="260" r:id="rId4"/>
    <p:sldId id="258" r:id="rId5"/>
    <p:sldId id="261" r:id="rId6"/>
  </p:sldIdLst>
  <p:sldSz cx="12192000" cy="6858000"/>
  <p:notesSz cx="6858000" cy="9144000"/>
  <p:embeddedFontLst>
    <p:embeddedFont>
      <p:font typeface="Encode Sans Normal Black" panose="02000000000000000000" pitchFamily="2" charset="0"/>
      <p:bold r:id="rId7"/>
    </p:embeddedFont>
    <p:embeddedFont>
      <p:font typeface="Open Sans" panose="020B0606030504020204" pitchFamily="34" charset="0"/>
      <p:regular r:id="rId8"/>
      <p:bold r:id="rId9"/>
      <p:italic r:id="rId10"/>
      <p:boldItalic r:id="rId11"/>
    </p:embeddedFont>
    <p:embeddedFont>
      <p:font typeface="Uni Sans Regular" panose="00000500000000000000" pitchFamily="50" charset="0"/>
      <p:regular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88" userDrawn="1">
          <p15:clr>
            <a:srgbClr val="A4A3A4"/>
          </p15:clr>
        </p15:guide>
        <p15:guide id="2" pos="63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B2E83"/>
    <a:srgbClr val="E8D3A2"/>
    <a:srgbClr val="E8E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21" autoAdjust="0"/>
    <p:restoredTop sz="94682"/>
  </p:normalViewPr>
  <p:slideViewPr>
    <p:cSldViewPr snapToGrid="0" snapToObjects="1" showGuides="1">
      <p:cViewPr varScale="1">
        <p:scale>
          <a:sx n="105" d="100"/>
          <a:sy n="105" d="100"/>
        </p:scale>
        <p:origin x="342" y="102"/>
      </p:cViewPr>
      <p:guideLst>
        <p:guide orient="horz" pos="2488"/>
        <p:guide pos="63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>
            <a:extLst>
              <a:ext uri="{FF2B5EF4-FFF2-40B4-BE49-F238E27FC236}">
                <a16:creationId xmlns:a16="http://schemas.microsoft.com/office/drawing/2014/main" id="{D6C6BE24-1D23-7E17-5F25-99E3F8A4B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71536" y="-3546"/>
            <a:ext cx="1220464" cy="4545902"/>
          </a:xfrm>
          <a:custGeom>
            <a:avLst/>
            <a:gdLst>
              <a:gd name="connsiteX0" fmla="*/ 0 w 1333145"/>
              <a:gd name="connsiteY0" fmla="*/ 0 h 3714750"/>
              <a:gd name="connsiteX1" fmla="*/ 1333145 w 1333145"/>
              <a:gd name="connsiteY1" fmla="*/ 0 h 3714750"/>
              <a:gd name="connsiteX2" fmla="*/ 1333145 w 1333145"/>
              <a:gd name="connsiteY2" fmla="*/ 3714750 h 3714750"/>
              <a:gd name="connsiteX3" fmla="*/ 0 w 1333145"/>
              <a:gd name="connsiteY3" fmla="*/ 3714750 h 3714750"/>
              <a:gd name="connsiteX4" fmla="*/ 0 w 1333145"/>
              <a:gd name="connsiteY4" fmla="*/ 0 h 3714750"/>
              <a:gd name="connsiteX0" fmla="*/ 0 w 1333145"/>
              <a:gd name="connsiteY0" fmla="*/ 0 h 3714750"/>
              <a:gd name="connsiteX1" fmla="*/ 1333145 w 1333145"/>
              <a:gd name="connsiteY1" fmla="*/ 0 h 3714750"/>
              <a:gd name="connsiteX2" fmla="*/ 1333145 w 1333145"/>
              <a:gd name="connsiteY2" fmla="*/ 3714750 h 3714750"/>
              <a:gd name="connsiteX3" fmla="*/ 974221 w 1333145"/>
              <a:gd name="connsiteY3" fmla="*/ 3714750 h 3714750"/>
              <a:gd name="connsiteX4" fmla="*/ 0 w 1333145"/>
              <a:gd name="connsiteY4" fmla="*/ 0 h 3714750"/>
              <a:gd name="connsiteX0" fmla="*/ 0 w 1333145"/>
              <a:gd name="connsiteY0" fmla="*/ 0 h 3714750"/>
              <a:gd name="connsiteX1" fmla="*/ 1333145 w 1333145"/>
              <a:gd name="connsiteY1" fmla="*/ 0 h 3714750"/>
              <a:gd name="connsiteX2" fmla="*/ 1333145 w 1333145"/>
              <a:gd name="connsiteY2" fmla="*/ 3714750 h 3714750"/>
              <a:gd name="connsiteX3" fmla="*/ 1102408 w 1333145"/>
              <a:gd name="connsiteY3" fmla="*/ 3706205 h 3714750"/>
              <a:gd name="connsiteX4" fmla="*/ 0 w 1333145"/>
              <a:gd name="connsiteY4" fmla="*/ 0 h 3714750"/>
              <a:gd name="connsiteX0" fmla="*/ 0 w 1333145"/>
              <a:gd name="connsiteY0" fmla="*/ 0 h 3714750"/>
              <a:gd name="connsiteX1" fmla="*/ 1333145 w 1333145"/>
              <a:gd name="connsiteY1" fmla="*/ 0 h 3714750"/>
              <a:gd name="connsiteX2" fmla="*/ 1333145 w 1333145"/>
              <a:gd name="connsiteY2" fmla="*/ 3714750 h 3714750"/>
              <a:gd name="connsiteX3" fmla="*/ 0 w 1333145"/>
              <a:gd name="connsiteY3" fmla="*/ 0 h 3714750"/>
              <a:gd name="connsiteX0" fmla="*/ 0 w 752031"/>
              <a:gd name="connsiteY0" fmla="*/ 8546 h 3714750"/>
              <a:gd name="connsiteX1" fmla="*/ 752031 w 752031"/>
              <a:gd name="connsiteY1" fmla="*/ 0 h 3714750"/>
              <a:gd name="connsiteX2" fmla="*/ 752031 w 752031"/>
              <a:gd name="connsiteY2" fmla="*/ 3714750 h 3714750"/>
              <a:gd name="connsiteX3" fmla="*/ 0 w 752031"/>
              <a:gd name="connsiteY3" fmla="*/ 8546 h 3714750"/>
              <a:gd name="connsiteX0" fmla="*/ 0 w 999859"/>
              <a:gd name="connsiteY0" fmla="*/ 17092 h 3714750"/>
              <a:gd name="connsiteX1" fmla="*/ 999859 w 999859"/>
              <a:gd name="connsiteY1" fmla="*/ 0 h 3714750"/>
              <a:gd name="connsiteX2" fmla="*/ 999859 w 999859"/>
              <a:gd name="connsiteY2" fmla="*/ 3714750 h 3714750"/>
              <a:gd name="connsiteX3" fmla="*/ 0 w 999859"/>
              <a:gd name="connsiteY3" fmla="*/ 17092 h 3714750"/>
              <a:gd name="connsiteX0" fmla="*/ 0 w 771259"/>
              <a:gd name="connsiteY0" fmla="*/ 0 h 3769096"/>
              <a:gd name="connsiteX1" fmla="*/ 771259 w 771259"/>
              <a:gd name="connsiteY1" fmla="*/ 54346 h 3769096"/>
              <a:gd name="connsiteX2" fmla="*/ 771259 w 771259"/>
              <a:gd name="connsiteY2" fmla="*/ 3769096 h 3769096"/>
              <a:gd name="connsiteX3" fmla="*/ 0 w 771259"/>
              <a:gd name="connsiteY3" fmla="*/ 0 h 3769096"/>
              <a:gd name="connsiteX0" fmla="*/ 0 w 995097"/>
              <a:gd name="connsiteY0" fmla="*/ 2804 h 3714750"/>
              <a:gd name="connsiteX1" fmla="*/ 995097 w 995097"/>
              <a:gd name="connsiteY1" fmla="*/ 0 h 3714750"/>
              <a:gd name="connsiteX2" fmla="*/ 995097 w 995097"/>
              <a:gd name="connsiteY2" fmla="*/ 3714750 h 3714750"/>
              <a:gd name="connsiteX3" fmla="*/ 0 w 995097"/>
              <a:gd name="connsiteY3" fmla="*/ 2804 h 3714750"/>
              <a:gd name="connsiteX0" fmla="*/ 0 w 950647"/>
              <a:gd name="connsiteY0" fmla="*/ 117104 h 3714750"/>
              <a:gd name="connsiteX1" fmla="*/ 950647 w 950647"/>
              <a:gd name="connsiteY1" fmla="*/ 0 h 3714750"/>
              <a:gd name="connsiteX2" fmla="*/ 950647 w 950647"/>
              <a:gd name="connsiteY2" fmla="*/ 3714750 h 3714750"/>
              <a:gd name="connsiteX3" fmla="*/ 0 w 950647"/>
              <a:gd name="connsiteY3" fmla="*/ 117104 h 3714750"/>
              <a:gd name="connsiteX0" fmla="*/ 0 w 998272"/>
              <a:gd name="connsiteY0" fmla="*/ 0 h 3718296"/>
              <a:gd name="connsiteX1" fmla="*/ 998272 w 998272"/>
              <a:gd name="connsiteY1" fmla="*/ 3546 h 3718296"/>
              <a:gd name="connsiteX2" fmla="*/ 998272 w 998272"/>
              <a:gd name="connsiteY2" fmla="*/ 3718296 h 3718296"/>
              <a:gd name="connsiteX3" fmla="*/ 0 w 998272"/>
              <a:gd name="connsiteY3" fmla="*/ 0 h 3718296"/>
              <a:gd name="connsiteX0" fmla="*/ 0 w 998272"/>
              <a:gd name="connsiteY0" fmla="*/ 0 h 3718296"/>
              <a:gd name="connsiteX1" fmla="*/ 998272 w 998272"/>
              <a:gd name="connsiteY1" fmla="*/ 1164 h 3718296"/>
              <a:gd name="connsiteX2" fmla="*/ 998272 w 998272"/>
              <a:gd name="connsiteY2" fmla="*/ 3718296 h 3718296"/>
              <a:gd name="connsiteX3" fmla="*/ 0 w 998272"/>
              <a:gd name="connsiteY3" fmla="*/ 0 h 3718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98272" h="3718296">
                <a:moveTo>
                  <a:pt x="0" y="0"/>
                </a:moveTo>
                <a:lnTo>
                  <a:pt x="998272" y="1164"/>
                </a:lnTo>
                <a:lnTo>
                  <a:pt x="998272" y="37182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2067" t="-50073" r="-541225" b="-1"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69CA7646-6B55-1C5F-C7C6-2B11560CFA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22698" y="202991"/>
            <a:ext cx="869302" cy="587584"/>
          </a:xfrm>
          <a:prstGeom prst="rect">
            <a:avLst/>
          </a:prstGeom>
        </p:spPr>
      </p:pic>
      <p:sp>
        <p:nvSpPr>
          <p:cNvPr id="18" name="Picture Placeholder 7">
            <a:extLst>
              <a:ext uri="{FF2B5EF4-FFF2-40B4-BE49-F238E27FC236}">
                <a16:creationId xmlns:a16="http://schemas.microsoft.com/office/drawing/2014/main" id="{12B577EA-9A7B-6E00-F2F4-7EC82F4FB7D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9527" y="0"/>
            <a:ext cx="11979335" cy="3722370"/>
          </a:xfrm>
          <a:custGeom>
            <a:avLst/>
            <a:gdLst>
              <a:gd name="connsiteX0" fmla="*/ 0 w 9144000"/>
              <a:gd name="connsiteY0" fmla="*/ 0 h 3714750"/>
              <a:gd name="connsiteX1" fmla="*/ 9144000 w 9144000"/>
              <a:gd name="connsiteY1" fmla="*/ 0 h 3714750"/>
              <a:gd name="connsiteX2" fmla="*/ 9144000 w 9144000"/>
              <a:gd name="connsiteY2" fmla="*/ 3714750 h 3714750"/>
              <a:gd name="connsiteX3" fmla="*/ 0 w 9144000"/>
              <a:gd name="connsiteY3" fmla="*/ 3714750 h 3714750"/>
              <a:gd name="connsiteX4" fmla="*/ 0 w 9144000"/>
              <a:gd name="connsiteY4" fmla="*/ 0 h 3714750"/>
              <a:gd name="connsiteX0" fmla="*/ 0 w 9144000"/>
              <a:gd name="connsiteY0" fmla="*/ 0 h 3714750"/>
              <a:gd name="connsiteX1" fmla="*/ 7896314 w 9144000"/>
              <a:gd name="connsiteY1" fmla="*/ 0 h 3714750"/>
              <a:gd name="connsiteX2" fmla="*/ 9144000 w 9144000"/>
              <a:gd name="connsiteY2" fmla="*/ 3714750 h 3714750"/>
              <a:gd name="connsiteX3" fmla="*/ 0 w 9144000"/>
              <a:gd name="connsiteY3" fmla="*/ 3714750 h 3714750"/>
              <a:gd name="connsiteX4" fmla="*/ 0 w 9144000"/>
              <a:gd name="connsiteY4" fmla="*/ 0 h 3714750"/>
              <a:gd name="connsiteX0" fmla="*/ 0 w 8921810"/>
              <a:gd name="connsiteY0" fmla="*/ 0 h 3714750"/>
              <a:gd name="connsiteX1" fmla="*/ 7896314 w 8921810"/>
              <a:gd name="connsiteY1" fmla="*/ 0 h 3714750"/>
              <a:gd name="connsiteX2" fmla="*/ 8921810 w 8921810"/>
              <a:gd name="connsiteY2" fmla="*/ 3714750 h 3714750"/>
              <a:gd name="connsiteX3" fmla="*/ 0 w 8921810"/>
              <a:gd name="connsiteY3" fmla="*/ 3714750 h 3714750"/>
              <a:gd name="connsiteX4" fmla="*/ 0 w 8921810"/>
              <a:gd name="connsiteY4" fmla="*/ 0 h 3714750"/>
              <a:gd name="connsiteX0" fmla="*/ 3057525 w 11979335"/>
              <a:gd name="connsiteY0" fmla="*/ 0 h 3714750"/>
              <a:gd name="connsiteX1" fmla="*/ 10953839 w 11979335"/>
              <a:gd name="connsiteY1" fmla="*/ 0 h 3714750"/>
              <a:gd name="connsiteX2" fmla="*/ 11979335 w 11979335"/>
              <a:gd name="connsiteY2" fmla="*/ 3714750 h 3714750"/>
              <a:gd name="connsiteX3" fmla="*/ 0 w 11979335"/>
              <a:gd name="connsiteY3" fmla="*/ 3714750 h 3714750"/>
              <a:gd name="connsiteX4" fmla="*/ 3057525 w 11979335"/>
              <a:gd name="connsiteY4" fmla="*/ 0 h 3714750"/>
              <a:gd name="connsiteX0" fmla="*/ 9525 w 11979335"/>
              <a:gd name="connsiteY0" fmla="*/ 0 h 3714750"/>
              <a:gd name="connsiteX1" fmla="*/ 10953839 w 11979335"/>
              <a:gd name="connsiteY1" fmla="*/ 0 h 3714750"/>
              <a:gd name="connsiteX2" fmla="*/ 11979335 w 11979335"/>
              <a:gd name="connsiteY2" fmla="*/ 3714750 h 3714750"/>
              <a:gd name="connsiteX3" fmla="*/ 0 w 11979335"/>
              <a:gd name="connsiteY3" fmla="*/ 3714750 h 3714750"/>
              <a:gd name="connsiteX4" fmla="*/ 9525 w 11979335"/>
              <a:gd name="connsiteY4" fmla="*/ 0 h 3714750"/>
              <a:gd name="connsiteX0" fmla="*/ 9525 w 11979335"/>
              <a:gd name="connsiteY0" fmla="*/ 0 h 3714750"/>
              <a:gd name="connsiteX1" fmla="*/ 10991939 w 11979335"/>
              <a:gd name="connsiteY1" fmla="*/ 0 h 3714750"/>
              <a:gd name="connsiteX2" fmla="*/ 11979335 w 11979335"/>
              <a:gd name="connsiteY2" fmla="*/ 3714750 h 3714750"/>
              <a:gd name="connsiteX3" fmla="*/ 0 w 11979335"/>
              <a:gd name="connsiteY3" fmla="*/ 3714750 h 3714750"/>
              <a:gd name="connsiteX4" fmla="*/ 9525 w 11979335"/>
              <a:gd name="connsiteY4" fmla="*/ 0 h 3714750"/>
              <a:gd name="connsiteX0" fmla="*/ 9525 w 11735495"/>
              <a:gd name="connsiteY0" fmla="*/ 0 h 3722370"/>
              <a:gd name="connsiteX1" fmla="*/ 10991939 w 11735495"/>
              <a:gd name="connsiteY1" fmla="*/ 0 h 3722370"/>
              <a:gd name="connsiteX2" fmla="*/ 11735495 w 11735495"/>
              <a:gd name="connsiteY2" fmla="*/ 3722370 h 3722370"/>
              <a:gd name="connsiteX3" fmla="*/ 0 w 11735495"/>
              <a:gd name="connsiteY3" fmla="*/ 3714750 h 3722370"/>
              <a:gd name="connsiteX4" fmla="*/ 9525 w 11735495"/>
              <a:gd name="connsiteY4" fmla="*/ 0 h 3722370"/>
              <a:gd name="connsiteX0" fmla="*/ 9525 w 11979335"/>
              <a:gd name="connsiteY0" fmla="*/ 0 h 3722370"/>
              <a:gd name="connsiteX1" fmla="*/ 10991939 w 11979335"/>
              <a:gd name="connsiteY1" fmla="*/ 0 h 3722370"/>
              <a:gd name="connsiteX2" fmla="*/ 11979335 w 11979335"/>
              <a:gd name="connsiteY2" fmla="*/ 3722370 h 3722370"/>
              <a:gd name="connsiteX3" fmla="*/ 0 w 11979335"/>
              <a:gd name="connsiteY3" fmla="*/ 3714750 h 3722370"/>
              <a:gd name="connsiteX4" fmla="*/ 9525 w 11979335"/>
              <a:gd name="connsiteY4" fmla="*/ 0 h 3722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979335" h="3722370">
                <a:moveTo>
                  <a:pt x="9525" y="0"/>
                </a:moveTo>
                <a:lnTo>
                  <a:pt x="10991939" y="0"/>
                </a:lnTo>
                <a:lnTo>
                  <a:pt x="11979335" y="3722370"/>
                </a:lnTo>
                <a:lnTo>
                  <a:pt x="0" y="3714750"/>
                </a:lnTo>
                <a:lnTo>
                  <a:pt x="9525" y="0"/>
                </a:lnTo>
                <a:close/>
              </a:path>
            </a:pathLst>
          </a:custGeom>
          <a:solidFill>
            <a:schemeClr val="accent3">
              <a:lumMod val="85000"/>
            </a:schemeClr>
          </a:solidFill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Place image here and add alt text under Review &gt; Check Accessibility &gt; Alt Text</a:t>
            </a:r>
          </a:p>
        </p:txBody>
      </p:sp>
      <p:sp>
        <p:nvSpPr>
          <p:cNvPr id="14" name="Title 2">
            <a:extLst>
              <a:ext uri="{FF2B5EF4-FFF2-40B4-BE49-F238E27FC236}">
                <a16:creationId xmlns:a16="http://schemas.microsoft.com/office/drawing/2014/main" id="{3665DE74-6F61-9D9E-16D5-8A9DEF62F8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1756" y="4268904"/>
            <a:ext cx="10815394" cy="1366891"/>
          </a:xfrm>
          <a:prstGeom prst="rect">
            <a:avLst/>
          </a:prstGeom>
        </p:spPr>
        <p:txBody>
          <a:bodyPr anchor="b"/>
          <a:lstStyle>
            <a:lvl1pPr algn="l">
              <a:defRPr sz="4000" b="1" i="0">
                <a:solidFill>
                  <a:schemeClr val="tx2"/>
                </a:solidFill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BRAND POWERPOINT TEMPLATE 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44BA601-8146-8163-0A13-22CC9B418F6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4225" y="6460074"/>
            <a:ext cx="2409825" cy="16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4912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+ Subheader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0">
            <a:extLst>
              <a:ext uri="{FF2B5EF4-FFF2-40B4-BE49-F238E27FC236}">
                <a16:creationId xmlns:a16="http://schemas.microsoft.com/office/drawing/2014/main" id="{72CFD11C-6F8F-97FC-E916-4C9680679F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93728" y="-3546"/>
            <a:ext cx="998272" cy="3718296"/>
          </a:xfrm>
          <a:custGeom>
            <a:avLst/>
            <a:gdLst>
              <a:gd name="connsiteX0" fmla="*/ 0 w 1333145"/>
              <a:gd name="connsiteY0" fmla="*/ 0 h 3714750"/>
              <a:gd name="connsiteX1" fmla="*/ 1333145 w 1333145"/>
              <a:gd name="connsiteY1" fmla="*/ 0 h 3714750"/>
              <a:gd name="connsiteX2" fmla="*/ 1333145 w 1333145"/>
              <a:gd name="connsiteY2" fmla="*/ 3714750 h 3714750"/>
              <a:gd name="connsiteX3" fmla="*/ 0 w 1333145"/>
              <a:gd name="connsiteY3" fmla="*/ 3714750 h 3714750"/>
              <a:gd name="connsiteX4" fmla="*/ 0 w 1333145"/>
              <a:gd name="connsiteY4" fmla="*/ 0 h 3714750"/>
              <a:gd name="connsiteX0" fmla="*/ 0 w 1333145"/>
              <a:gd name="connsiteY0" fmla="*/ 0 h 3714750"/>
              <a:gd name="connsiteX1" fmla="*/ 1333145 w 1333145"/>
              <a:gd name="connsiteY1" fmla="*/ 0 h 3714750"/>
              <a:gd name="connsiteX2" fmla="*/ 1333145 w 1333145"/>
              <a:gd name="connsiteY2" fmla="*/ 3714750 h 3714750"/>
              <a:gd name="connsiteX3" fmla="*/ 974221 w 1333145"/>
              <a:gd name="connsiteY3" fmla="*/ 3714750 h 3714750"/>
              <a:gd name="connsiteX4" fmla="*/ 0 w 1333145"/>
              <a:gd name="connsiteY4" fmla="*/ 0 h 3714750"/>
              <a:gd name="connsiteX0" fmla="*/ 0 w 1333145"/>
              <a:gd name="connsiteY0" fmla="*/ 0 h 3714750"/>
              <a:gd name="connsiteX1" fmla="*/ 1333145 w 1333145"/>
              <a:gd name="connsiteY1" fmla="*/ 0 h 3714750"/>
              <a:gd name="connsiteX2" fmla="*/ 1333145 w 1333145"/>
              <a:gd name="connsiteY2" fmla="*/ 3714750 h 3714750"/>
              <a:gd name="connsiteX3" fmla="*/ 1102408 w 1333145"/>
              <a:gd name="connsiteY3" fmla="*/ 3706205 h 3714750"/>
              <a:gd name="connsiteX4" fmla="*/ 0 w 1333145"/>
              <a:gd name="connsiteY4" fmla="*/ 0 h 3714750"/>
              <a:gd name="connsiteX0" fmla="*/ 0 w 1333145"/>
              <a:gd name="connsiteY0" fmla="*/ 0 h 3714750"/>
              <a:gd name="connsiteX1" fmla="*/ 1333145 w 1333145"/>
              <a:gd name="connsiteY1" fmla="*/ 0 h 3714750"/>
              <a:gd name="connsiteX2" fmla="*/ 1333145 w 1333145"/>
              <a:gd name="connsiteY2" fmla="*/ 3714750 h 3714750"/>
              <a:gd name="connsiteX3" fmla="*/ 0 w 1333145"/>
              <a:gd name="connsiteY3" fmla="*/ 0 h 3714750"/>
              <a:gd name="connsiteX0" fmla="*/ 0 w 752031"/>
              <a:gd name="connsiteY0" fmla="*/ 8546 h 3714750"/>
              <a:gd name="connsiteX1" fmla="*/ 752031 w 752031"/>
              <a:gd name="connsiteY1" fmla="*/ 0 h 3714750"/>
              <a:gd name="connsiteX2" fmla="*/ 752031 w 752031"/>
              <a:gd name="connsiteY2" fmla="*/ 3714750 h 3714750"/>
              <a:gd name="connsiteX3" fmla="*/ 0 w 752031"/>
              <a:gd name="connsiteY3" fmla="*/ 8546 h 3714750"/>
              <a:gd name="connsiteX0" fmla="*/ 0 w 999859"/>
              <a:gd name="connsiteY0" fmla="*/ 17092 h 3714750"/>
              <a:gd name="connsiteX1" fmla="*/ 999859 w 999859"/>
              <a:gd name="connsiteY1" fmla="*/ 0 h 3714750"/>
              <a:gd name="connsiteX2" fmla="*/ 999859 w 999859"/>
              <a:gd name="connsiteY2" fmla="*/ 3714750 h 3714750"/>
              <a:gd name="connsiteX3" fmla="*/ 0 w 999859"/>
              <a:gd name="connsiteY3" fmla="*/ 17092 h 3714750"/>
              <a:gd name="connsiteX0" fmla="*/ 0 w 771259"/>
              <a:gd name="connsiteY0" fmla="*/ 0 h 3769096"/>
              <a:gd name="connsiteX1" fmla="*/ 771259 w 771259"/>
              <a:gd name="connsiteY1" fmla="*/ 54346 h 3769096"/>
              <a:gd name="connsiteX2" fmla="*/ 771259 w 771259"/>
              <a:gd name="connsiteY2" fmla="*/ 3769096 h 3769096"/>
              <a:gd name="connsiteX3" fmla="*/ 0 w 771259"/>
              <a:gd name="connsiteY3" fmla="*/ 0 h 3769096"/>
              <a:gd name="connsiteX0" fmla="*/ 0 w 995097"/>
              <a:gd name="connsiteY0" fmla="*/ 2804 h 3714750"/>
              <a:gd name="connsiteX1" fmla="*/ 995097 w 995097"/>
              <a:gd name="connsiteY1" fmla="*/ 0 h 3714750"/>
              <a:gd name="connsiteX2" fmla="*/ 995097 w 995097"/>
              <a:gd name="connsiteY2" fmla="*/ 3714750 h 3714750"/>
              <a:gd name="connsiteX3" fmla="*/ 0 w 995097"/>
              <a:gd name="connsiteY3" fmla="*/ 2804 h 3714750"/>
              <a:gd name="connsiteX0" fmla="*/ 0 w 950647"/>
              <a:gd name="connsiteY0" fmla="*/ 117104 h 3714750"/>
              <a:gd name="connsiteX1" fmla="*/ 950647 w 950647"/>
              <a:gd name="connsiteY1" fmla="*/ 0 h 3714750"/>
              <a:gd name="connsiteX2" fmla="*/ 950647 w 950647"/>
              <a:gd name="connsiteY2" fmla="*/ 3714750 h 3714750"/>
              <a:gd name="connsiteX3" fmla="*/ 0 w 950647"/>
              <a:gd name="connsiteY3" fmla="*/ 117104 h 3714750"/>
              <a:gd name="connsiteX0" fmla="*/ 0 w 998272"/>
              <a:gd name="connsiteY0" fmla="*/ 0 h 3718296"/>
              <a:gd name="connsiteX1" fmla="*/ 998272 w 998272"/>
              <a:gd name="connsiteY1" fmla="*/ 3546 h 3718296"/>
              <a:gd name="connsiteX2" fmla="*/ 998272 w 998272"/>
              <a:gd name="connsiteY2" fmla="*/ 3718296 h 3718296"/>
              <a:gd name="connsiteX3" fmla="*/ 0 w 998272"/>
              <a:gd name="connsiteY3" fmla="*/ 0 h 3718296"/>
              <a:gd name="connsiteX0" fmla="*/ 0 w 998272"/>
              <a:gd name="connsiteY0" fmla="*/ 0 h 3718296"/>
              <a:gd name="connsiteX1" fmla="*/ 998272 w 998272"/>
              <a:gd name="connsiteY1" fmla="*/ 1164 h 3718296"/>
              <a:gd name="connsiteX2" fmla="*/ 998272 w 998272"/>
              <a:gd name="connsiteY2" fmla="*/ 3718296 h 3718296"/>
              <a:gd name="connsiteX3" fmla="*/ 0 w 998272"/>
              <a:gd name="connsiteY3" fmla="*/ 0 h 3718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98272" h="3718296">
                <a:moveTo>
                  <a:pt x="0" y="0"/>
                </a:moveTo>
                <a:lnTo>
                  <a:pt x="998272" y="1164"/>
                </a:lnTo>
                <a:lnTo>
                  <a:pt x="998272" y="37182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2067" t="-50073" r="-541225" b="-1"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10167FFF-1E7C-8B02-9F6C-6C54D2FFCC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20243" y="202991"/>
            <a:ext cx="671757" cy="454058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55D5416E-EC6B-DBD5-950C-57A81179A3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4225" y="6460074"/>
            <a:ext cx="2409825" cy="161925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7A425381-B572-C502-485F-E3E6A7D66D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1757" y="365069"/>
            <a:ext cx="10405818" cy="998440"/>
          </a:xfrm>
          <a:prstGeom prst="rect">
            <a:avLst/>
          </a:prstGeom>
        </p:spPr>
        <p:txBody>
          <a:bodyPr anchor="b"/>
          <a:lstStyle>
            <a:lvl1pPr algn="l">
              <a:defRPr sz="2800" b="1" i="0">
                <a:solidFill>
                  <a:schemeClr val="tx2"/>
                </a:solidFill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HEADER HERE 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51C01218-1E3D-BF5F-1BF4-86EB5F0C768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1757" y="1730667"/>
            <a:ext cx="10691568" cy="4111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000" b="0" i="0" baseline="0">
                <a:solidFill>
                  <a:schemeClr val="tx1"/>
                </a:solidFill>
                <a:latin typeface="Uni Sans Regular"/>
                <a:cs typeface="Uni Sans Regular"/>
              </a:defRPr>
            </a:lvl1pPr>
            <a:lvl2pPr marL="457200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2pPr>
            <a:lvl3pPr marL="914400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3pPr>
            <a:lvl4pPr marL="1371600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4pPr>
            <a:lvl5pPr marL="1828800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5pPr>
          </a:lstStyle>
          <a:p>
            <a:pPr lvl="0"/>
            <a:r>
              <a:rPr lang="en-US" dirty="0"/>
              <a:t>SUB-HEADER HERE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DC0C3C9A-D271-2929-11AE-7FF73EB9E7A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9305" y="2508996"/>
            <a:ext cx="10989770" cy="3621329"/>
          </a:xfrm>
          <a:prstGeom prst="rect">
            <a:avLst/>
          </a:prstGeom>
        </p:spPr>
        <p:txBody>
          <a:bodyPr numCol="2" spcCol="347472"/>
          <a:lstStyle>
            <a:lvl1pPr marL="342900" indent="-342900">
              <a:buFont typeface="Arial" panose="020B0604020202020204" pitchFamily="34" charset="0"/>
              <a:buChar char="•"/>
              <a:defRPr sz="1800" b="0" i="0" baseline="0">
                <a:solidFill>
                  <a:srgbClr val="FFFFFF"/>
                </a:solidFill>
                <a:latin typeface="Open Sans"/>
                <a:cs typeface="Open Sans"/>
              </a:defRPr>
            </a:lvl1pPr>
            <a:lvl2pPr marL="742950" indent="-285750">
              <a:buFont typeface="Arial" panose="020B0604020202020204" pitchFamily="34" charset="0"/>
              <a:buChar char="˃"/>
              <a:defRPr sz="1800" b="0" i="0" baseline="0">
                <a:solidFill>
                  <a:schemeClr val="tx1"/>
                </a:solidFill>
                <a:latin typeface="Open Sans"/>
                <a:cs typeface="Open Sans"/>
              </a:defRPr>
            </a:lvl2pPr>
            <a:lvl3pPr marL="1143000" indent="-228600">
              <a:buSzPct val="100000"/>
              <a:buFont typeface="Encode Sans Normal Black"/>
              <a:buChar char="&gt;"/>
              <a:defRPr sz="1800" b="0" i="0" baseline="0">
                <a:solidFill>
                  <a:schemeClr val="tx1"/>
                </a:solidFill>
                <a:latin typeface="Open Sans"/>
                <a:cs typeface="Open Sans"/>
              </a:defRPr>
            </a:lvl3pPr>
            <a:lvl4pPr marL="1600200" indent="-228600">
              <a:buFont typeface="Arial" panose="020B0604020202020204" pitchFamily="34" charset="0"/>
              <a:buChar char="˃"/>
              <a:defRPr sz="1800" b="0" i="0" baseline="0">
                <a:solidFill>
                  <a:schemeClr val="tx1"/>
                </a:solidFill>
                <a:latin typeface="Open Sans"/>
                <a:cs typeface="Open Sans"/>
              </a:defRPr>
            </a:lvl4pPr>
            <a:lvl5pPr marL="2057400" indent="-228600">
              <a:buFont typeface="Encode Sans Normal Black"/>
              <a:buChar char="&gt;"/>
              <a:defRPr sz="1800" b="0" i="0" baseline="0">
                <a:solidFill>
                  <a:schemeClr val="tx1"/>
                </a:solidFill>
                <a:latin typeface="Open Sans"/>
                <a:cs typeface="Open Sans"/>
              </a:defRPr>
            </a:lvl5pPr>
          </a:lstStyle>
          <a:p>
            <a:pPr lvl="0"/>
            <a:r>
              <a:rPr lang="en-US" dirty="0"/>
              <a:t>Content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4"/>
            <a:endParaRPr lang="en-US" dirty="0"/>
          </a:p>
          <a:p>
            <a:pPr lvl="4"/>
            <a:endParaRPr lang="en-US" dirty="0"/>
          </a:p>
          <a:p>
            <a:pPr lvl="4"/>
            <a:endParaRPr lang="en-US" dirty="0"/>
          </a:p>
          <a:p>
            <a:pPr lvl="4"/>
            <a:endParaRPr lang="en-US" dirty="0"/>
          </a:p>
          <a:p>
            <a:pPr lvl="4"/>
            <a:endParaRPr lang="en-US" dirty="0"/>
          </a:p>
          <a:p>
            <a:pPr lvl="0"/>
            <a:r>
              <a:rPr lang="en-US" dirty="0"/>
              <a:t>Content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4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240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+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0">
            <a:extLst>
              <a:ext uri="{FF2B5EF4-FFF2-40B4-BE49-F238E27FC236}">
                <a16:creationId xmlns:a16="http://schemas.microsoft.com/office/drawing/2014/main" id="{837C6F60-62D9-B646-A346-9574DFD69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93728" y="-3546"/>
            <a:ext cx="998272" cy="3718296"/>
          </a:xfrm>
          <a:custGeom>
            <a:avLst/>
            <a:gdLst>
              <a:gd name="connsiteX0" fmla="*/ 0 w 1333145"/>
              <a:gd name="connsiteY0" fmla="*/ 0 h 3714750"/>
              <a:gd name="connsiteX1" fmla="*/ 1333145 w 1333145"/>
              <a:gd name="connsiteY1" fmla="*/ 0 h 3714750"/>
              <a:gd name="connsiteX2" fmla="*/ 1333145 w 1333145"/>
              <a:gd name="connsiteY2" fmla="*/ 3714750 h 3714750"/>
              <a:gd name="connsiteX3" fmla="*/ 0 w 1333145"/>
              <a:gd name="connsiteY3" fmla="*/ 3714750 h 3714750"/>
              <a:gd name="connsiteX4" fmla="*/ 0 w 1333145"/>
              <a:gd name="connsiteY4" fmla="*/ 0 h 3714750"/>
              <a:gd name="connsiteX0" fmla="*/ 0 w 1333145"/>
              <a:gd name="connsiteY0" fmla="*/ 0 h 3714750"/>
              <a:gd name="connsiteX1" fmla="*/ 1333145 w 1333145"/>
              <a:gd name="connsiteY1" fmla="*/ 0 h 3714750"/>
              <a:gd name="connsiteX2" fmla="*/ 1333145 w 1333145"/>
              <a:gd name="connsiteY2" fmla="*/ 3714750 h 3714750"/>
              <a:gd name="connsiteX3" fmla="*/ 974221 w 1333145"/>
              <a:gd name="connsiteY3" fmla="*/ 3714750 h 3714750"/>
              <a:gd name="connsiteX4" fmla="*/ 0 w 1333145"/>
              <a:gd name="connsiteY4" fmla="*/ 0 h 3714750"/>
              <a:gd name="connsiteX0" fmla="*/ 0 w 1333145"/>
              <a:gd name="connsiteY0" fmla="*/ 0 h 3714750"/>
              <a:gd name="connsiteX1" fmla="*/ 1333145 w 1333145"/>
              <a:gd name="connsiteY1" fmla="*/ 0 h 3714750"/>
              <a:gd name="connsiteX2" fmla="*/ 1333145 w 1333145"/>
              <a:gd name="connsiteY2" fmla="*/ 3714750 h 3714750"/>
              <a:gd name="connsiteX3" fmla="*/ 1102408 w 1333145"/>
              <a:gd name="connsiteY3" fmla="*/ 3706205 h 3714750"/>
              <a:gd name="connsiteX4" fmla="*/ 0 w 1333145"/>
              <a:gd name="connsiteY4" fmla="*/ 0 h 3714750"/>
              <a:gd name="connsiteX0" fmla="*/ 0 w 1333145"/>
              <a:gd name="connsiteY0" fmla="*/ 0 h 3714750"/>
              <a:gd name="connsiteX1" fmla="*/ 1333145 w 1333145"/>
              <a:gd name="connsiteY1" fmla="*/ 0 h 3714750"/>
              <a:gd name="connsiteX2" fmla="*/ 1333145 w 1333145"/>
              <a:gd name="connsiteY2" fmla="*/ 3714750 h 3714750"/>
              <a:gd name="connsiteX3" fmla="*/ 0 w 1333145"/>
              <a:gd name="connsiteY3" fmla="*/ 0 h 3714750"/>
              <a:gd name="connsiteX0" fmla="*/ 0 w 752031"/>
              <a:gd name="connsiteY0" fmla="*/ 8546 h 3714750"/>
              <a:gd name="connsiteX1" fmla="*/ 752031 w 752031"/>
              <a:gd name="connsiteY1" fmla="*/ 0 h 3714750"/>
              <a:gd name="connsiteX2" fmla="*/ 752031 w 752031"/>
              <a:gd name="connsiteY2" fmla="*/ 3714750 h 3714750"/>
              <a:gd name="connsiteX3" fmla="*/ 0 w 752031"/>
              <a:gd name="connsiteY3" fmla="*/ 8546 h 3714750"/>
              <a:gd name="connsiteX0" fmla="*/ 0 w 999859"/>
              <a:gd name="connsiteY0" fmla="*/ 17092 h 3714750"/>
              <a:gd name="connsiteX1" fmla="*/ 999859 w 999859"/>
              <a:gd name="connsiteY1" fmla="*/ 0 h 3714750"/>
              <a:gd name="connsiteX2" fmla="*/ 999859 w 999859"/>
              <a:gd name="connsiteY2" fmla="*/ 3714750 h 3714750"/>
              <a:gd name="connsiteX3" fmla="*/ 0 w 999859"/>
              <a:gd name="connsiteY3" fmla="*/ 17092 h 3714750"/>
              <a:gd name="connsiteX0" fmla="*/ 0 w 771259"/>
              <a:gd name="connsiteY0" fmla="*/ 0 h 3769096"/>
              <a:gd name="connsiteX1" fmla="*/ 771259 w 771259"/>
              <a:gd name="connsiteY1" fmla="*/ 54346 h 3769096"/>
              <a:gd name="connsiteX2" fmla="*/ 771259 w 771259"/>
              <a:gd name="connsiteY2" fmla="*/ 3769096 h 3769096"/>
              <a:gd name="connsiteX3" fmla="*/ 0 w 771259"/>
              <a:gd name="connsiteY3" fmla="*/ 0 h 3769096"/>
              <a:gd name="connsiteX0" fmla="*/ 0 w 995097"/>
              <a:gd name="connsiteY0" fmla="*/ 2804 h 3714750"/>
              <a:gd name="connsiteX1" fmla="*/ 995097 w 995097"/>
              <a:gd name="connsiteY1" fmla="*/ 0 h 3714750"/>
              <a:gd name="connsiteX2" fmla="*/ 995097 w 995097"/>
              <a:gd name="connsiteY2" fmla="*/ 3714750 h 3714750"/>
              <a:gd name="connsiteX3" fmla="*/ 0 w 995097"/>
              <a:gd name="connsiteY3" fmla="*/ 2804 h 3714750"/>
              <a:gd name="connsiteX0" fmla="*/ 0 w 950647"/>
              <a:gd name="connsiteY0" fmla="*/ 117104 h 3714750"/>
              <a:gd name="connsiteX1" fmla="*/ 950647 w 950647"/>
              <a:gd name="connsiteY1" fmla="*/ 0 h 3714750"/>
              <a:gd name="connsiteX2" fmla="*/ 950647 w 950647"/>
              <a:gd name="connsiteY2" fmla="*/ 3714750 h 3714750"/>
              <a:gd name="connsiteX3" fmla="*/ 0 w 950647"/>
              <a:gd name="connsiteY3" fmla="*/ 117104 h 3714750"/>
              <a:gd name="connsiteX0" fmla="*/ 0 w 998272"/>
              <a:gd name="connsiteY0" fmla="*/ 0 h 3718296"/>
              <a:gd name="connsiteX1" fmla="*/ 998272 w 998272"/>
              <a:gd name="connsiteY1" fmla="*/ 3546 h 3718296"/>
              <a:gd name="connsiteX2" fmla="*/ 998272 w 998272"/>
              <a:gd name="connsiteY2" fmla="*/ 3718296 h 3718296"/>
              <a:gd name="connsiteX3" fmla="*/ 0 w 998272"/>
              <a:gd name="connsiteY3" fmla="*/ 0 h 3718296"/>
              <a:gd name="connsiteX0" fmla="*/ 0 w 998272"/>
              <a:gd name="connsiteY0" fmla="*/ 0 h 3718296"/>
              <a:gd name="connsiteX1" fmla="*/ 998272 w 998272"/>
              <a:gd name="connsiteY1" fmla="*/ 1164 h 3718296"/>
              <a:gd name="connsiteX2" fmla="*/ 998272 w 998272"/>
              <a:gd name="connsiteY2" fmla="*/ 3718296 h 3718296"/>
              <a:gd name="connsiteX3" fmla="*/ 0 w 998272"/>
              <a:gd name="connsiteY3" fmla="*/ 0 h 3718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98272" h="3718296">
                <a:moveTo>
                  <a:pt x="0" y="0"/>
                </a:moveTo>
                <a:lnTo>
                  <a:pt x="998272" y="1164"/>
                </a:lnTo>
                <a:lnTo>
                  <a:pt x="998272" y="37182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2067" t="-50073" r="-541225" b="-1"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69F08BE-EC6C-64C4-0B81-371E908413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20243" y="202991"/>
            <a:ext cx="671757" cy="454058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3D45D768-D171-8C9C-8595-AB39B67147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4225" y="6460074"/>
            <a:ext cx="2409825" cy="161925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69E9DCBF-A594-1FBC-3D6F-7313AAACF1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1757" y="365069"/>
            <a:ext cx="10434393" cy="998440"/>
          </a:xfrm>
          <a:prstGeom prst="rect">
            <a:avLst/>
          </a:prstGeom>
        </p:spPr>
        <p:txBody>
          <a:bodyPr anchor="b"/>
          <a:lstStyle>
            <a:lvl1pPr algn="l">
              <a:defRPr sz="2800" b="1" i="0">
                <a:solidFill>
                  <a:schemeClr val="tx2"/>
                </a:solidFill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HEADER HERE </a:t>
            </a:r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8E0748DE-08A4-C668-E6CD-DD954043D12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9305" y="1904085"/>
            <a:ext cx="10888861" cy="4068090"/>
          </a:xfrm>
          <a:prstGeom prst="rect">
            <a:avLst/>
          </a:prstGeom>
        </p:spPr>
        <p:txBody>
          <a:bodyPr numCol="2" spcCol="347472"/>
          <a:lstStyle>
            <a:lvl1pPr marL="342900" indent="-342900">
              <a:buFont typeface="Arial" panose="020B0604020202020204" pitchFamily="34" charset="0"/>
              <a:buChar char="•"/>
              <a:defRPr sz="1800" b="0" i="0" baseline="0">
                <a:solidFill>
                  <a:srgbClr val="FFFFFF"/>
                </a:solidFill>
                <a:latin typeface="Open Sans"/>
                <a:cs typeface="Open Sans"/>
              </a:defRPr>
            </a:lvl1pPr>
            <a:lvl2pPr marL="742950" indent="-285750">
              <a:buFont typeface="Arial" panose="020B0604020202020204" pitchFamily="34" charset="0"/>
              <a:buChar char="˃"/>
              <a:defRPr sz="1800" b="0" i="0" baseline="0">
                <a:solidFill>
                  <a:schemeClr val="tx1"/>
                </a:solidFill>
                <a:latin typeface="Open Sans"/>
                <a:cs typeface="Open Sans"/>
              </a:defRPr>
            </a:lvl2pPr>
            <a:lvl3pPr marL="1143000" indent="-228600">
              <a:buSzPct val="100000"/>
              <a:buFont typeface="Encode Sans Normal Black"/>
              <a:buChar char="&gt;"/>
              <a:defRPr sz="1800" b="0" i="0" baseline="0">
                <a:solidFill>
                  <a:schemeClr val="tx1"/>
                </a:solidFill>
                <a:latin typeface="Open Sans"/>
                <a:cs typeface="Open Sans"/>
              </a:defRPr>
            </a:lvl3pPr>
            <a:lvl4pPr marL="1600200" indent="-228600">
              <a:buFont typeface="Arial" panose="020B0604020202020204" pitchFamily="34" charset="0"/>
              <a:buChar char="˃"/>
              <a:defRPr sz="1800" b="0" i="0" baseline="0">
                <a:solidFill>
                  <a:schemeClr val="tx1"/>
                </a:solidFill>
                <a:latin typeface="Open Sans"/>
                <a:cs typeface="Open Sans"/>
              </a:defRPr>
            </a:lvl4pPr>
            <a:lvl5pPr marL="2057400" indent="-228600">
              <a:buFont typeface="Encode Sans Normal Black"/>
              <a:buChar char="&gt;"/>
              <a:defRPr sz="1800" b="0" i="0" baseline="0">
                <a:solidFill>
                  <a:schemeClr val="tx1"/>
                </a:solidFill>
                <a:latin typeface="Open Sans"/>
                <a:cs typeface="Open Sans"/>
              </a:defRPr>
            </a:lvl5pPr>
          </a:lstStyle>
          <a:p>
            <a:pPr lvl="0"/>
            <a:r>
              <a:rPr lang="en-US" dirty="0"/>
              <a:t>Content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4"/>
            <a:endParaRPr lang="en-US" dirty="0"/>
          </a:p>
          <a:p>
            <a:pPr lvl="4"/>
            <a:endParaRPr lang="en-US" dirty="0"/>
          </a:p>
          <a:p>
            <a:pPr lvl="4"/>
            <a:endParaRPr lang="en-US" dirty="0"/>
          </a:p>
          <a:p>
            <a:pPr lvl="4"/>
            <a:endParaRPr lang="en-US" dirty="0"/>
          </a:p>
          <a:p>
            <a:pPr lvl="4"/>
            <a:endParaRPr lang="en-US" dirty="0"/>
          </a:p>
          <a:p>
            <a:pPr lvl="4"/>
            <a:endParaRPr lang="en-US" dirty="0"/>
          </a:p>
          <a:p>
            <a:pPr lvl="4"/>
            <a:endParaRPr lang="en-US" dirty="0"/>
          </a:p>
          <a:p>
            <a:pPr lvl="0"/>
            <a:r>
              <a:rPr lang="en-US" dirty="0"/>
              <a:t>Content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4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63379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+ Graphic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0">
            <a:extLst>
              <a:ext uri="{FF2B5EF4-FFF2-40B4-BE49-F238E27FC236}">
                <a16:creationId xmlns:a16="http://schemas.microsoft.com/office/drawing/2014/main" id="{BECCA164-9AFA-E542-83F3-5475EB1DA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93728" y="-3546"/>
            <a:ext cx="998272" cy="3718296"/>
          </a:xfrm>
          <a:custGeom>
            <a:avLst/>
            <a:gdLst>
              <a:gd name="connsiteX0" fmla="*/ 0 w 1333145"/>
              <a:gd name="connsiteY0" fmla="*/ 0 h 3714750"/>
              <a:gd name="connsiteX1" fmla="*/ 1333145 w 1333145"/>
              <a:gd name="connsiteY1" fmla="*/ 0 h 3714750"/>
              <a:gd name="connsiteX2" fmla="*/ 1333145 w 1333145"/>
              <a:gd name="connsiteY2" fmla="*/ 3714750 h 3714750"/>
              <a:gd name="connsiteX3" fmla="*/ 0 w 1333145"/>
              <a:gd name="connsiteY3" fmla="*/ 3714750 h 3714750"/>
              <a:gd name="connsiteX4" fmla="*/ 0 w 1333145"/>
              <a:gd name="connsiteY4" fmla="*/ 0 h 3714750"/>
              <a:gd name="connsiteX0" fmla="*/ 0 w 1333145"/>
              <a:gd name="connsiteY0" fmla="*/ 0 h 3714750"/>
              <a:gd name="connsiteX1" fmla="*/ 1333145 w 1333145"/>
              <a:gd name="connsiteY1" fmla="*/ 0 h 3714750"/>
              <a:gd name="connsiteX2" fmla="*/ 1333145 w 1333145"/>
              <a:gd name="connsiteY2" fmla="*/ 3714750 h 3714750"/>
              <a:gd name="connsiteX3" fmla="*/ 974221 w 1333145"/>
              <a:gd name="connsiteY3" fmla="*/ 3714750 h 3714750"/>
              <a:gd name="connsiteX4" fmla="*/ 0 w 1333145"/>
              <a:gd name="connsiteY4" fmla="*/ 0 h 3714750"/>
              <a:gd name="connsiteX0" fmla="*/ 0 w 1333145"/>
              <a:gd name="connsiteY0" fmla="*/ 0 h 3714750"/>
              <a:gd name="connsiteX1" fmla="*/ 1333145 w 1333145"/>
              <a:gd name="connsiteY1" fmla="*/ 0 h 3714750"/>
              <a:gd name="connsiteX2" fmla="*/ 1333145 w 1333145"/>
              <a:gd name="connsiteY2" fmla="*/ 3714750 h 3714750"/>
              <a:gd name="connsiteX3" fmla="*/ 1102408 w 1333145"/>
              <a:gd name="connsiteY3" fmla="*/ 3706205 h 3714750"/>
              <a:gd name="connsiteX4" fmla="*/ 0 w 1333145"/>
              <a:gd name="connsiteY4" fmla="*/ 0 h 3714750"/>
              <a:gd name="connsiteX0" fmla="*/ 0 w 1333145"/>
              <a:gd name="connsiteY0" fmla="*/ 0 h 3714750"/>
              <a:gd name="connsiteX1" fmla="*/ 1333145 w 1333145"/>
              <a:gd name="connsiteY1" fmla="*/ 0 h 3714750"/>
              <a:gd name="connsiteX2" fmla="*/ 1333145 w 1333145"/>
              <a:gd name="connsiteY2" fmla="*/ 3714750 h 3714750"/>
              <a:gd name="connsiteX3" fmla="*/ 0 w 1333145"/>
              <a:gd name="connsiteY3" fmla="*/ 0 h 3714750"/>
              <a:gd name="connsiteX0" fmla="*/ 0 w 752031"/>
              <a:gd name="connsiteY0" fmla="*/ 8546 h 3714750"/>
              <a:gd name="connsiteX1" fmla="*/ 752031 w 752031"/>
              <a:gd name="connsiteY1" fmla="*/ 0 h 3714750"/>
              <a:gd name="connsiteX2" fmla="*/ 752031 w 752031"/>
              <a:gd name="connsiteY2" fmla="*/ 3714750 h 3714750"/>
              <a:gd name="connsiteX3" fmla="*/ 0 w 752031"/>
              <a:gd name="connsiteY3" fmla="*/ 8546 h 3714750"/>
              <a:gd name="connsiteX0" fmla="*/ 0 w 999859"/>
              <a:gd name="connsiteY0" fmla="*/ 17092 h 3714750"/>
              <a:gd name="connsiteX1" fmla="*/ 999859 w 999859"/>
              <a:gd name="connsiteY1" fmla="*/ 0 h 3714750"/>
              <a:gd name="connsiteX2" fmla="*/ 999859 w 999859"/>
              <a:gd name="connsiteY2" fmla="*/ 3714750 h 3714750"/>
              <a:gd name="connsiteX3" fmla="*/ 0 w 999859"/>
              <a:gd name="connsiteY3" fmla="*/ 17092 h 3714750"/>
              <a:gd name="connsiteX0" fmla="*/ 0 w 771259"/>
              <a:gd name="connsiteY0" fmla="*/ 0 h 3769096"/>
              <a:gd name="connsiteX1" fmla="*/ 771259 w 771259"/>
              <a:gd name="connsiteY1" fmla="*/ 54346 h 3769096"/>
              <a:gd name="connsiteX2" fmla="*/ 771259 w 771259"/>
              <a:gd name="connsiteY2" fmla="*/ 3769096 h 3769096"/>
              <a:gd name="connsiteX3" fmla="*/ 0 w 771259"/>
              <a:gd name="connsiteY3" fmla="*/ 0 h 3769096"/>
              <a:gd name="connsiteX0" fmla="*/ 0 w 995097"/>
              <a:gd name="connsiteY0" fmla="*/ 2804 h 3714750"/>
              <a:gd name="connsiteX1" fmla="*/ 995097 w 995097"/>
              <a:gd name="connsiteY1" fmla="*/ 0 h 3714750"/>
              <a:gd name="connsiteX2" fmla="*/ 995097 w 995097"/>
              <a:gd name="connsiteY2" fmla="*/ 3714750 h 3714750"/>
              <a:gd name="connsiteX3" fmla="*/ 0 w 995097"/>
              <a:gd name="connsiteY3" fmla="*/ 2804 h 3714750"/>
              <a:gd name="connsiteX0" fmla="*/ 0 w 950647"/>
              <a:gd name="connsiteY0" fmla="*/ 117104 h 3714750"/>
              <a:gd name="connsiteX1" fmla="*/ 950647 w 950647"/>
              <a:gd name="connsiteY1" fmla="*/ 0 h 3714750"/>
              <a:gd name="connsiteX2" fmla="*/ 950647 w 950647"/>
              <a:gd name="connsiteY2" fmla="*/ 3714750 h 3714750"/>
              <a:gd name="connsiteX3" fmla="*/ 0 w 950647"/>
              <a:gd name="connsiteY3" fmla="*/ 117104 h 3714750"/>
              <a:gd name="connsiteX0" fmla="*/ 0 w 998272"/>
              <a:gd name="connsiteY0" fmla="*/ 0 h 3718296"/>
              <a:gd name="connsiteX1" fmla="*/ 998272 w 998272"/>
              <a:gd name="connsiteY1" fmla="*/ 3546 h 3718296"/>
              <a:gd name="connsiteX2" fmla="*/ 998272 w 998272"/>
              <a:gd name="connsiteY2" fmla="*/ 3718296 h 3718296"/>
              <a:gd name="connsiteX3" fmla="*/ 0 w 998272"/>
              <a:gd name="connsiteY3" fmla="*/ 0 h 3718296"/>
              <a:gd name="connsiteX0" fmla="*/ 0 w 998272"/>
              <a:gd name="connsiteY0" fmla="*/ 0 h 3718296"/>
              <a:gd name="connsiteX1" fmla="*/ 998272 w 998272"/>
              <a:gd name="connsiteY1" fmla="*/ 1164 h 3718296"/>
              <a:gd name="connsiteX2" fmla="*/ 998272 w 998272"/>
              <a:gd name="connsiteY2" fmla="*/ 3718296 h 3718296"/>
              <a:gd name="connsiteX3" fmla="*/ 0 w 998272"/>
              <a:gd name="connsiteY3" fmla="*/ 0 h 3718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98272" h="3718296">
                <a:moveTo>
                  <a:pt x="0" y="0"/>
                </a:moveTo>
                <a:lnTo>
                  <a:pt x="998272" y="1164"/>
                </a:lnTo>
                <a:lnTo>
                  <a:pt x="998272" y="37182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2067" t="-50073" r="-541225" b="-1"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CD876BE-42B9-FA3A-FAC1-E5A938C26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20243" y="202991"/>
            <a:ext cx="671757" cy="454058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CD079B7D-2AC2-2571-E421-8703F658B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4225" y="6460074"/>
            <a:ext cx="2409825" cy="161925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71E187E6-2AE5-8911-356F-9C864E8CA0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1757" y="365069"/>
            <a:ext cx="10291518" cy="998440"/>
          </a:xfrm>
          <a:prstGeom prst="rect">
            <a:avLst/>
          </a:prstGeom>
        </p:spPr>
        <p:txBody>
          <a:bodyPr anchor="b"/>
          <a:lstStyle>
            <a:lvl1pPr algn="l">
              <a:defRPr sz="2800" b="1" i="0">
                <a:solidFill>
                  <a:schemeClr val="tx2"/>
                </a:solidFill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HEADER HERE </a:t>
            </a:r>
          </a:p>
        </p:txBody>
      </p:sp>
      <p:sp>
        <p:nvSpPr>
          <p:cNvPr id="19" name="Content Placeholder 10">
            <a:extLst>
              <a:ext uri="{FF2B5EF4-FFF2-40B4-BE49-F238E27FC236}">
                <a16:creationId xmlns:a16="http://schemas.microsoft.com/office/drawing/2014/main" id="{40D89560-28A3-FD54-0C07-AB013BD5165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71757" y="1802254"/>
            <a:ext cx="5176593" cy="3854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2"/>
                </a:solidFill>
              </a:defRPr>
            </a:lvl2pPr>
            <a:lvl3pPr marL="914400" indent="0">
              <a:buNone/>
              <a:defRPr sz="1800">
                <a:solidFill>
                  <a:schemeClr val="tx2"/>
                </a:solidFill>
              </a:defRPr>
            </a:lvl3pPr>
            <a:lvl4pPr marL="1371600" indent="0">
              <a:buNone/>
              <a:defRPr sz="1800">
                <a:solidFill>
                  <a:schemeClr val="tx2"/>
                </a:solidFill>
              </a:defRPr>
            </a:lvl4pPr>
            <a:lvl5pPr marL="1828800" indent="0">
              <a:buNone/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Replace this with your image or chart</a:t>
            </a:r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5A59122C-1CC6-3983-7EE2-F5C3AABBC7B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1757" y="5895975"/>
            <a:ext cx="5176593" cy="26670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 b="0" i="0" baseline="0">
                <a:solidFill>
                  <a:srgbClr val="FFFFFF"/>
                </a:solidFill>
                <a:latin typeface="Open Sans"/>
                <a:cs typeface="Open Sans"/>
              </a:defRPr>
            </a:lvl1pPr>
            <a:lvl2pPr marL="457200" indent="0">
              <a:buFont typeface="Arial" panose="020B0604020202020204" pitchFamily="34" charset="0"/>
              <a:buNone/>
              <a:defRPr sz="1800" b="0" i="0" baseline="0">
                <a:solidFill>
                  <a:schemeClr val="tx1"/>
                </a:solidFill>
                <a:latin typeface="Open Sans"/>
                <a:cs typeface="Open Sans"/>
              </a:defRPr>
            </a:lvl2pPr>
            <a:lvl3pPr marL="914400" indent="0">
              <a:buSzPct val="100000"/>
              <a:buFont typeface="Encode Sans Normal Black"/>
              <a:buNone/>
              <a:defRPr sz="1800" b="0" i="0" baseline="0">
                <a:solidFill>
                  <a:schemeClr val="tx1"/>
                </a:solidFill>
                <a:latin typeface="Open Sans"/>
                <a:cs typeface="Open Sans"/>
              </a:defRPr>
            </a:lvl3pPr>
            <a:lvl4pPr marL="1371600" indent="0">
              <a:buFont typeface="Arial" panose="020B0604020202020204" pitchFamily="34" charset="0"/>
              <a:buNone/>
              <a:defRPr sz="1800" b="0" i="0" baseline="0">
                <a:solidFill>
                  <a:schemeClr val="tx1"/>
                </a:solidFill>
                <a:latin typeface="Open Sans"/>
                <a:cs typeface="Open Sans"/>
              </a:defRPr>
            </a:lvl4pPr>
            <a:lvl5pPr marL="1828800" indent="0">
              <a:buFont typeface="Encode Sans Normal Black"/>
              <a:buNone/>
              <a:defRPr sz="1800" b="0" i="0" baseline="0">
                <a:solidFill>
                  <a:schemeClr val="tx1"/>
                </a:solidFill>
                <a:latin typeface="Open Sans"/>
                <a:cs typeface="Open Sans"/>
              </a:defRPr>
            </a:lvl5pPr>
          </a:lstStyle>
          <a:p>
            <a:pPr lvl="0"/>
            <a:r>
              <a:rPr lang="en-US" dirty="0"/>
              <a:t>Caption</a:t>
            </a:r>
          </a:p>
        </p:txBody>
      </p:sp>
      <p:sp>
        <p:nvSpPr>
          <p:cNvPr id="20" name="Content Placeholder 10">
            <a:extLst>
              <a:ext uri="{FF2B5EF4-FFF2-40B4-BE49-F238E27FC236}">
                <a16:creationId xmlns:a16="http://schemas.microsoft.com/office/drawing/2014/main" id="{0D4E7707-FE9F-CD5E-D3A3-B8A245A872C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343650" y="1802254"/>
            <a:ext cx="5176593" cy="3854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2"/>
                </a:solidFill>
              </a:defRPr>
            </a:lvl2pPr>
            <a:lvl3pPr marL="914400" indent="0">
              <a:buNone/>
              <a:defRPr sz="1800">
                <a:solidFill>
                  <a:schemeClr val="tx2"/>
                </a:solidFill>
              </a:defRPr>
            </a:lvl3pPr>
            <a:lvl4pPr marL="1371600" indent="0">
              <a:buNone/>
              <a:defRPr sz="1800">
                <a:solidFill>
                  <a:schemeClr val="tx2"/>
                </a:solidFill>
              </a:defRPr>
            </a:lvl4pPr>
            <a:lvl5pPr marL="1828800" indent="0">
              <a:buNone/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Replace this with your image or chart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295E5C0F-886B-B22D-1AA8-D27A8140EC0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43649" y="5895975"/>
            <a:ext cx="5176593" cy="26670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 b="0" i="0" baseline="0">
                <a:solidFill>
                  <a:srgbClr val="FFFFFF"/>
                </a:solidFill>
                <a:latin typeface="Open Sans"/>
                <a:cs typeface="Open Sans"/>
              </a:defRPr>
            </a:lvl1pPr>
            <a:lvl2pPr marL="457200" indent="0">
              <a:buFont typeface="Arial" panose="020B0604020202020204" pitchFamily="34" charset="0"/>
              <a:buNone/>
              <a:defRPr sz="1800" b="0" i="0" baseline="0">
                <a:solidFill>
                  <a:schemeClr val="tx1"/>
                </a:solidFill>
                <a:latin typeface="Open Sans"/>
                <a:cs typeface="Open Sans"/>
              </a:defRPr>
            </a:lvl2pPr>
            <a:lvl3pPr marL="914400" indent="0">
              <a:buSzPct val="100000"/>
              <a:buFont typeface="Encode Sans Normal Black"/>
              <a:buNone/>
              <a:defRPr sz="1800" b="0" i="0" baseline="0">
                <a:solidFill>
                  <a:schemeClr val="tx1"/>
                </a:solidFill>
                <a:latin typeface="Open Sans"/>
                <a:cs typeface="Open Sans"/>
              </a:defRPr>
            </a:lvl3pPr>
            <a:lvl4pPr marL="1371600" indent="0">
              <a:buFont typeface="Arial" panose="020B0604020202020204" pitchFamily="34" charset="0"/>
              <a:buNone/>
              <a:defRPr sz="1800" b="0" i="0" baseline="0">
                <a:solidFill>
                  <a:schemeClr val="tx1"/>
                </a:solidFill>
                <a:latin typeface="Open Sans"/>
                <a:cs typeface="Open Sans"/>
              </a:defRPr>
            </a:lvl4pPr>
            <a:lvl5pPr marL="1828800" indent="0">
              <a:buFont typeface="Encode Sans Normal Black"/>
              <a:buNone/>
              <a:defRPr sz="1800" b="0" i="0" baseline="0">
                <a:solidFill>
                  <a:schemeClr val="tx1"/>
                </a:solidFill>
                <a:latin typeface="Open Sans"/>
                <a:cs typeface="Open Sans"/>
              </a:defRPr>
            </a:lvl5pPr>
          </a:lstStyle>
          <a:p>
            <a:pPr lvl="0"/>
            <a:r>
              <a:rPr lang="en-US" dirty="0"/>
              <a:t>Caption</a:t>
            </a:r>
          </a:p>
        </p:txBody>
      </p:sp>
    </p:spTree>
    <p:extLst>
      <p:ext uri="{BB962C8B-B14F-4D97-AF65-F5344CB8AC3E}">
        <p14:creationId xmlns:p14="http://schemas.microsoft.com/office/powerpoint/2010/main" val="3828560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37030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A1EEB7-8E84-E29E-B97F-2AB89E07141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0C8007C5-7184-7EAF-BDE8-53F57C8FB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BRAND POWERPOINT TEMPLATE</a:t>
            </a:r>
          </a:p>
        </p:txBody>
      </p:sp>
    </p:spTree>
    <p:extLst>
      <p:ext uri="{BB962C8B-B14F-4D97-AF65-F5344CB8AC3E}">
        <p14:creationId xmlns:p14="http://schemas.microsoft.com/office/powerpoint/2010/main" val="1913477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FONTS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FONTS ARE INCLUDED WITH THIS TEMPLATE, BUT IF THEY DO NOT DISPLAY CORRECTLY: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B091D99-F09C-8762-C724-386EA926B66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Go to uw.edu/brand/fonts</a:t>
            </a:r>
          </a:p>
          <a:p>
            <a:r>
              <a:rPr lang="en-US" dirty="0"/>
              <a:t>Download three fonts: </a:t>
            </a:r>
            <a:br>
              <a:rPr lang="en-US" dirty="0"/>
            </a:br>
            <a:r>
              <a:rPr lang="en-US" dirty="0"/>
              <a:t>Encode Sans, Uni Sans, Open Sans</a:t>
            </a:r>
          </a:p>
          <a:p>
            <a:r>
              <a:rPr lang="en-US" dirty="0"/>
              <a:t>You may need to close PowerPoint and re-open in order to access the fonts. </a:t>
            </a:r>
          </a:p>
          <a:p>
            <a:r>
              <a:rPr lang="en-US" dirty="0"/>
              <a:t>All templates themes include these brand fonts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91373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THIS POWERPOINT THEME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A UW color palette is built into this theme.</a:t>
            </a:r>
          </a:p>
          <a:p>
            <a:r>
              <a:rPr lang="en-US" dirty="0"/>
              <a:t>There are three layout styles and three designs in this theme: Purple, Gold and White</a:t>
            </a:r>
          </a:p>
          <a:p>
            <a:r>
              <a:rPr lang="en-US" dirty="0"/>
              <a:t>The graphic elements, like the bar and the logos are in the Master Sheets. To edit them go to view &gt; master &gt; slide master. </a:t>
            </a:r>
          </a:p>
        </p:txBody>
      </p:sp>
    </p:spTree>
    <p:extLst>
      <p:ext uri="{BB962C8B-B14F-4D97-AF65-F5344CB8AC3E}">
        <p14:creationId xmlns:p14="http://schemas.microsoft.com/office/powerpoint/2010/main" val="2890978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ON-BRAND STATEMENT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FOR GENERAL USE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What defines the students and faculty of the University of Washington? Above all, it’s our belief in possibility and our unshakable optimism. It’s a connection to others, both near and far. It’s a hunger that pushes us to tackle challenges and pursue progress. It’s the conviction that together we can create a world of good. And it’s our determination to Be Boundless. Join the journey at uw.edu.  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9347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51FFC6B3-4471-5DD8-FCC7-F7A9CFBBD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PLACE IMAGES OR CHARTS BELOW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6AB9999-C11D-3238-B5A4-D00D1471B53C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0044635-9BB7-501A-728B-5D92A1E8FD0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507B219-917F-95BB-789B-0564F0A38A89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39FB58D-EB80-4CEA-17CE-32B6BCB734A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64374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Custom 5">
      <a:dk1>
        <a:srgbClr val="000000"/>
      </a:dk1>
      <a:lt1>
        <a:srgbClr val="E8D3A2"/>
      </a:lt1>
      <a:dk2>
        <a:srgbClr val="32006E"/>
      </a:dk2>
      <a:lt2>
        <a:srgbClr val="FFFFFF"/>
      </a:lt2>
      <a:accent1>
        <a:srgbClr val="4B2E83"/>
      </a:accent1>
      <a:accent2>
        <a:srgbClr val="E8D3A2"/>
      </a:accent2>
      <a:accent3>
        <a:srgbClr val="FFFFFF"/>
      </a:accent3>
      <a:accent4>
        <a:srgbClr val="B2B2B2"/>
      </a:accent4>
      <a:accent5>
        <a:srgbClr val="FFC700"/>
      </a:accent5>
      <a:accent6>
        <a:srgbClr val="917B4C"/>
      </a:accent6>
      <a:hlink>
        <a:srgbClr val="32006E"/>
      </a:hlink>
      <a:folHlink>
        <a:srgbClr val="4B2E83"/>
      </a:folHlink>
    </a:clrScheme>
    <a:fontScheme name="UW">
      <a:majorFont>
        <a:latin typeface="Encode Sans Normal Black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493</TotalTime>
  <Words>209</Words>
  <Application>Microsoft Office PowerPoint</Application>
  <PresentationFormat>Widescreen</PresentationFormat>
  <Paragraphs>15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Uni Sans Regular</vt:lpstr>
      <vt:lpstr>Open Sans</vt:lpstr>
      <vt:lpstr>Encode Sans Normal Black</vt:lpstr>
      <vt:lpstr>Custom Design</vt:lpstr>
      <vt:lpstr>BRAND POWERPOINT TEMPLATE</vt:lpstr>
      <vt:lpstr>FONTS</vt:lpstr>
      <vt:lpstr>THIS POWERPOINT THEME</vt:lpstr>
      <vt:lpstr>ON-BRAND STATEMENT</vt:lpstr>
      <vt:lpstr>PLACE IMAGES OR CHARTS BELOW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Alanya Cannon</dc:creator>
  <cp:lastModifiedBy>Ian Freeman-Lee</cp:lastModifiedBy>
  <cp:revision>37</cp:revision>
  <cp:lastPrinted>2016-02-10T20:19:12Z</cp:lastPrinted>
  <dcterms:created xsi:type="dcterms:W3CDTF">2014-10-14T00:51:43Z</dcterms:created>
  <dcterms:modified xsi:type="dcterms:W3CDTF">2023-09-29T17:44:20Z</dcterms:modified>
</cp:coreProperties>
</file>